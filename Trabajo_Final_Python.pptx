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7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8280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27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5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7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29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6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12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0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82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49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2900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70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09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06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021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7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8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9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F26846-3978-48B2-A93B-F40F24A07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29000"/>
            <a:ext cx="8229600" cy="2697163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es-ES_tradnl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Nombre: Nelson Joel Esmeraldas 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ES_tradnl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ES_tradnl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Materia: LOGICA DE PROGRAMACIÓN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ES_tradnl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MX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Tarea: </a:t>
            </a:r>
            <a:r>
              <a:rPr lang="es-MX" sz="1800" b="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“Diseñar, ejecutar y modificar programa en base a los conocimientos adquiridos”</a:t>
            </a:r>
            <a:endParaRPr lang="es-MX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MX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es-MX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s-ES_tradnl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ES_tradnl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Fecha:  21 de Diciembre de 2025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ES_tradnl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MX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dirty="0"/>
          </a:p>
        </p:txBody>
      </p:sp>
      <p:pic>
        <p:nvPicPr>
          <p:cNvPr id="4" name="Imagen 3" descr="UIDE | Powered by ASU – Powered by ASU">
            <a:extLst>
              <a:ext uri="{FF2B5EF4-FFF2-40B4-BE49-F238E27FC236}">
                <a16:creationId xmlns:a16="http://schemas.microsoft.com/office/drawing/2014/main" id="{F4F8DB3D-D7C6-4941-BEA5-DF1BA3DC09C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69" b="21649"/>
          <a:stretch>
            <a:fillRect/>
          </a:stretch>
        </p:blipFill>
        <p:spPr bwMode="auto">
          <a:xfrm>
            <a:off x="728662" y="129857"/>
            <a:ext cx="7553325" cy="318833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11985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TRABAJO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El presente trabajo reúne y aplica los conocimientos adquiridos durante el módulo.</a:t>
            </a:r>
          </a:p>
          <a:p>
            <a:pPr lvl="1"/>
            <a:r>
              <a:t>Aprendimos a comprender, organizar y ejecutar programas en Python, iniciándonos en el mundo de la programación.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6C7BB5-BAA7-41C4-9943-6B9209BC0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428625"/>
            <a:ext cx="2609850" cy="2609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DISEÑO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Se </a:t>
            </a:r>
            <a:r>
              <a:rPr dirty="0" err="1"/>
              <a:t>diseñó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programa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diagramas</a:t>
            </a:r>
            <a:r>
              <a:rPr dirty="0"/>
              <a:t> de </a:t>
            </a:r>
            <a:r>
              <a:rPr dirty="0" err="1"/>
              <a:t>flujo</a:t>
            </a:r>
            <a:r>
              <a:rPr dirty="0"/>
              <a:t>.</a:t>
            </a:r>
          </a:p>
          <a:p>
            <a:pPr lvl="1"/>
            <a:r>
              <a:rPr dirty="0"/>
              <a:t>El </a:t>
            </a:r>
            <a:r>
              <a:rPr dirty="0" err="1"/>
              <a:t>diagrama</a:t>
            </a:r>
            <a:r>
              <a:rPr dirty="0"/>
              <a:t> </a:t>
            </a:r>
            <a:r>
              <a:rPr dirty="0" err="1"/>
              <a:t>solicitaba</a:t>
            </a:r>
            <a:r>
              <a:rPr dirty="0"/>
              <a:t>: </a:t>
            </a:r>
            <a:r>
              <a:rPr dirty="0" err="1"/>
              <a:t>elegir</a:t>
            </a:r>
            <a:r>
              <a:rPr dirty="0"/>
              <a:t>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contraseña</a:t>
            </a:r>
            <a:r>
              <a:rPr dirty="0"/>
              <a:t> (simple o </a:t>
            </a:r>
            <a:r>
              <a:rPr dirty="0" err="1"/>
              <a:t>compleja</a:t>
            </a:r>
            <a:r>
              <a:rPr dirty="0"/>
              <a:t>), </a:t>
            </a:r>
            <a:r>
              <a:rPr dirty="0" err="1"/>
              <a:t>ingresar</a:t>
            </a:r>
            <a:r>
              <a:rPr dirty="0"/>
              <a:t> </a:t>
            </a:r>
            <a:r>
              <a:rPr dirty="0" err="1"/>
              <a:t>longitud</a:t>
            </a:r>
            <a:r>
              <a:rPr dirty="0"/>
              <a:t> y </a:t>
            </a:r>
            <a:r>
              <a:rPr dirty="0" err="1"/>
              <a:t>generar</a:t>
            </a:r>
            <a:r>
              <a:rPr dirty="0"/>
              <a:t> la </a:t>
            </a:r>
            <a:r>
              <a:rPr dirty="0" err="1"/>
              <a:t>contraseña</a:t>
            </a:r>
            <a:r>
              <a:rPr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8134B1-7316-4E76-AF91-5226590D4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575" y="204949"/>
            <a:ext cx="3028950" cy="17456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EJECUCIÓN EN RAPTOR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Se construyó la estructura lógica en Raptor utilizando variables, entradas, procesos y bucles.</a:t>
            </a:r>
          </a:p>
          <a:p>
            <a:pPr lvl="1"/>
            <a:r>
              <a:t>Esto permitió validar la lógica antes de programar en Python.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FC0F92-EEFB-45F4-B381-8999B9F27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349" y="370916"/>
            <a:ext cx="2552615" cy="2933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PROGRAMACIÓN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69" y="0"/>
            <a:ext cx="7797662" cy="3311189"/>
          </a:xfrm>
        </p:spPr>
        <p:txBody>
          <a:bodyPr/>
          <a:lstStyle/>
          <a:p>
            <a:endParaRPr lang="es-MX" dirty="0"/>
          </a:p>
          <a:p>
            <a:pPr lvl="1"/>
            <a:r>
              <a:rPr dirty="0"/>
              <a:t>Se </a:t>
            </a:r>
            <a:r>
              <a:rPr dirty="0" err="1"/>
              <a:t>importaron</a:t>
            </a:r>
            <a:r>
              <a:rPr dirty="0"/>
              <a:t> </a:t>
            </a:r>
            <a:r>
              <a:rPr dirty="0" err="1"/>
              <a:t>librerías</a:t>
            </a:r>
            <a:r>
              <a:rPr dirty="0"/>
              <a:t> para </a:t>
            </a:r>
            <a:r>
              <a:rPr dirty="0" err="1"/>
              <a:t>generar</a:t>
            </a:r>
            <a:r>
              <a:rPr dirty="0"/>
              <a:t> </a:t>
            </a:r>
            <a:r>
              <a:rPr dirty="0" err="1"/>
              <a:t>contraseñas</a:t>
            </a:r>
            <a:r>
              <a:rPr dirty="0"/>
              <a:t> </a:t>
            </a:r>
            <a:r>
              <a:rPr dirty="0" err="1"/>
              <a:t>aleatorias</a:t>
            </a:r>
            <a:r>
              <a:rPr dirty="0"/>
              <a:t>.</a:t>
            </a:r>
          </a:p>
          <a:p>
            <a:pPr lvl="1"/>
            <a:r>
              <a:rPr dirty="0"/>
              <a:t>Se </a:t>
            </a:r>
            <a:r>
              <a:rPr dirty="0" err="1"/>
              <a:t>declararon</a:t>
            </a:r>
            <a:r>
              <a:rPr dirty="0"/>
              <a:t> variables y se </a:t>
            </a:r>
            <a:r>
              <a:rPr dirty="0" err="1"/>
              <a:t>ejecutó</a:t>
            </a:r>
            <a:r>
              <a:rPr dirty="0"/>
              <a:t> </a:t>
            </a:r>
            <a:r>
              <a:rPr dirty="0" err="1"/>
              <a:t>exitosamente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programa</a:t>
            </a:r>
            <a:r>
              <a:rPr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AD54BFB-28AA-4B85-8C75-C0FAB4C24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2188165"/>
            <a:ext cx="7302363" cy="41430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VERSIÓN MEJORADA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i="0" dirty="0">
                <a:effectLst/>
                <a:latin typeface="+mj-lt"/>
              </a:rPr>
              <a:t>(USO DE FUNCIONES, LISTA, TUPLAS O DICCIONARIOS) En esta última etapa del proyecto se procedió a optimizar el código previamente desarrollado, incorporando funciones, listas y un validador de seguridad para fortalecer la estructura del programa. Estas mejoras permiten simplificar las líneas de código, incrementar la modularidad y garantizar un funcionamiento más robusto y escalable.</a:t>
            </a:r>
            <a:endParaRPr dirty="0">
              <a:latin typeface="+mj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000EF1-1156-40B9-B675-8F5E9F1AE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078" y="305804"/>
            <a:ext cx="3158571" cy="17575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DICCIONARIO CHARSETS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82171"/>
            <a:ext cx="7797662" cy="3311189"/>
          </a:xfrm>
        </p:spPr>
        <p:txBody>
          <a:bodyPr/>
          <a:lstStyle/>
          <a:p>
            <a:endParaRPr dirty="0"/>
          </a:p>
          <a:p>
            <a:pPr lvl="1"/>
            <a:r>
              <a:rPr dirty="0"/>
              <a:t>Se </a:t>
            </a:r>
            <a:r>
              <a:rPr dirty="0" err="1"/>
              <a:t>añadió</a:t>
            </a:r>
            <a:r>
              <a:rPr dirty="0"/>
              <a:t> un </a:t>
            </a:r>
            <a:r>
              <a:rPr dirty="0" err="1"/>
              <a:t>diccionario</a:t>
            </a:r>
            <a:r>
              <a:rPr dirty="0"/>
              <a:t> que </a:t>
            </a:r>
            <a:r>
              <a:rPr dirty="0" err="1"/>
              <a:t>simplifica</a:t>
            </a:r>
            <a:r>
              <a:rPr dirty="0"/>
              <a:t> la </a:t>
            </a:r>
            <a:r>
              <a:rPr dirty="0" err="1"/>
              <a:t>selección</a:t>
            </a:r>
            <a:r>
              <a:rPr dirty="0"/>
              <a:t> de </a:t>
            </a:r>
            <a:r>
              <a:rPr dirty="0" err="1"/>
              <a:t>caracteres</a:t>
            </a:r>
            <a:r>
              <a:rPr dirty="0"/>
              <a:t> sin usar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condicionales</a:t>
            </a:r>
            <a:r>
              <a:rPr dirty="0"/>
              <a:t>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98FAB34-12FE-4A88-86E3-1286F7107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2435"/>
            <a:ext cx="8801100" cy="12970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6" y="18491"/>
            <a:ext cx="7797662" cy="1151965"/>
          </a:xfrm>
        </p:spPr>
        <p:txBody>
          <a:bodyPr/>
          <a:lstStyle/>
          <a:p>
            <a:r>
              <a:rPr dirty="0"/>
              <a:t>FUNCIONES ADICIONADAS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04241"/>
            <a:ext cx="7797662" cy="3311189"/>
          </a:xfrm>
        </p:spPr>
        <p:txBody>
          <a:bodyPr>
            <a:normAutofit/>
          </a:bodyPr>
          <a:lstStyle/>
          <a:p>
            <a:endParaRPr dirty="0"/>
          </a:p>
          <a:p>
            <a:pPr lvl="1"/>
            <a:r>
              <a:rPr lang="es-MX" dirty="0"/>
              <a:t> También se añadió las funciones </a:t>
            </a:r>
            <a:r>
              <a:rPr lang="es-MX" dirty="0" err="1"/>
              <a:t>solicitar_tipo</a:t>
            </a:r>
            <a:r>
              <a:rPr lang="es-MX" dirty="0"/>
              <a:t>(), </a:t>
            </a:r>
            <a:r>
              <a:rPr lang="es-MX" dirty="0" err="1"/>
              <a:t>solicitar_longitud</a:t>
            </a:r>
            <a:r>
              <a:rPr lang="es-MX" dirty="0"/>
              <a:t> las cuales permite interpretar de manera más precisa la petición del usuario respecto al tipo de contraseña y la longitud que desea generar. Gracias a esta función, el programa puede validar la opción ingresada, asegurarse de que sea correcta y devolver el valor adecuado para continuar con el proceso. Esto mejora la interacción con el usuario y evita errores durante la selección del tipo de contraseña y la longitud de la misma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27F8B6A-C42C-4DB1-9F0B-C09E90267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879" y="3528320"/>
            <a:ext cx="4638242" cy="32240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B48EA-B9E3-4655-BFAC-F53AAC278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Funciones adicionadas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BC84B6-E72C-410D-BD5F-DD181035D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Las funciones mencionadas anteriormente permiten que el programa tenga una ejecución más organizada y simplificada. Además, se incorporaron nuevas funciones que vuelven al sistema más robusto y agregan características adicionales que mejoran la experiencia del usuario.</a:t>
            </a:r>
          </a:p>
          <a:p>
            <a:r>
              <a:rPr lang="es-MX" dirty="0"/>
              <a:t>Entre las funciones implementadas se encuentran: </a:t>
            </a:r>
            <a:r>
              <a:rPr lang="es-MX" dirty="0" err="1"/>
              <a:t>evaluar_seguridad</a:t>
            </a:r>
            <a:r>
              <a:rPr lang="es-MX" dirty="0"/>
              <a:t>(</a:t>
            </a:r>
            <a:r>
              <a:rPr lang="es-MX" dirty="0" err="1"/>
              <a:t>password</a:t>
            </a:r>
            <a:r>
              <a:rPr lang="es-MX" dirty="0"/>
              <a:t>), </a:t>
            </a:r>
            <a:r>
              <a:rPr lang="es-MX" dirty="0" err="1"/>
              <a:t>mostrar_historial</a:t>
            </a:r>
            <a:r>
              <a:rPr lang="es-MX" dirty="0"/>
              <a:t>(historial) y la función principal </a:t>
            </a:r>
            <a:r>
              <a:rPr lang="es-MX" dirty="0" err="1"/>
              <a:t>main</a:t>
            </a:r>
            <a:r>
              <a:rPr lang="es-MX" dirty="0"/>
              <a:t>(), las cuales amplían las capacidades del programa y facilitan su uso de manera más eficiente.</a:t>
            </a:r>
          </a:p>
        </p:txBody>
      </p:sp>
    </p:spTree>
    <p:extLst>
      <p:ext uri="{BB962C8B-B14F-4D97-AF65-F5344CB8AC3E}">
        <p14:creationId xmlns:p14="http://schemas.microsoft.com/office/powerpoint/2010/main" val="163895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58E93E2-3914-4DED-9334-805F87A64E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1124" y="95250"/>
            <a:ext cx="5819775" cy="5959170"/>
          </a:xfrm>
        </p:spPr>
      </p:pic>
    </p:spTree>
    <p:extLst>
      <p:ext uri="{BB962C8B-B14F-4D97-AF65-F5344CB8AC3E}">
        <p14:creationId xmlns:p14="http://schemas.microsoft.com/office/powerpoint/2010/main" val="51943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14E74AD-949A-4D2D-8E88-CF11DA171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169987"/>
            <a:ext cx="9144000" cy="632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34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Para finalizar, podemos señalar que realizar este proyecto de manera estructurada y siguiendo cada uno de los pasos descritos nos permitió comprender de forma más sólida el mundo de la programación y su amplio campo de aplicación. Los conocimientos adquiridos en este módulo representan el inicio de nuestra formación, y depende de nosotros aplicarlos, fortalecerlos y desarrollarlos con profesionalismo y ética.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FF2AE1-8839-4B8B-8FAF-0AD8472E9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889" y="231219"/>
            <a:ext cx="2738760" cy="20611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TM04033927[[fn=Evento principal]]</Template>
  <TotalTime>65</TotalTime>
  <Words>477</Words>
  <Application>Microsoft Office PowerPoint</Application>
  <PresentationFormat>Presentación en pantalla (4:3)</PresentationFormat>
  <Paragraphs>38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Impact</vt:lpstr>
      <vt:lpstr>Times New Roman</vt:lpstr>
      <vt:lpstr>Evento principal</vt:lpstr>
      <vt:lpstr>Presentación de PowerPoint</vt:lpstr>
      <vt:lpstr>TRABAJO FINAL</vt:lpstr>
      <vt:lpstr>DISEÑO DEL PROYECTO</vt:lpstr>
      <vt:lpstr>EJECUCIÓN EN RAPTOR</vt:lpstr>
      <vt:lpstr>PROGRAMACIÓN EN PYTHON</vt:lpstr>
      <vt:lpstr>VERSIÓN MEJORADA</vt:lpstr>
      <vt:lpstr>DICCIONARIO CHARSETS</vt:lpstr>
      <vt:lpstr>FUNCIONES ADICIONADAS</vt:lpstr>
      <vt:lpstr>Funciones adicionadas</vt:lpstr>
      <vt:lpstr>Presentación de PowerPoint</vt:lpstr>
      <vt:lpstr>Presentación de PowerPoint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ESMERALDAS GOMEZ NELSON JOEL</cp:lastModifiedBy>
  <cp:revision>6</cp:revision>
  <dcterms:created xsi:type="dcterms:W3CDTF">2013-01-27T09:14:16Z</dcterms:created>
  <dcterms:modified xsi:type="dcterms:W3CDTF">2025-12-22T04:19:58Z</dcterms:modified>
  <cp:category/>
</cp:coreProperties>
</file>